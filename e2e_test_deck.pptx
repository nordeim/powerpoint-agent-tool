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PowerPoint Agent Tools. This presentation demonstrates the full capabilities of our CLI-first approach to PowerPoint creation for AI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you! Visit our GitHub repository at github.com/nordeim/powerpoint-agent-tools for documentation, examples, and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Agent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Production-grade PowerPoint manipulation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PowerPoint Agent Tools?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169" y="1714500"/>
            <a:ext cx="97533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CLI-First Design - AI agents call simple commands</a:t>
            </a:r>
          </a:p>
          <a:p>
            <a:pPr>
              <a:defRPr sz="1800"/>
            </a:pPr>
            <a:r>
              <a:t>JSON Everywhere - All outputs machine-parsable</a:t>
            </a:r>
          </a:p>
          <a:p>
            <a:pPr>
              <a:defRPr sz="1800"/>
            </a:pPr>
            <a:r>
              <a:t>Flexible Positioning - 5 positioning systems</a:t>
            </a:r>
          </a:p>
          <a:p>
            <a:pPr>
              <a:defRPr sz="1800"/>
            </a:pPr>
            <a:r>
              <a:t>Validation and Safety - Built-in accessibility checks</a:t>
            </a:r>
          </a:p>
          <a:p>
            <a:pPr>
              <a:defRPr sz="1800"/>
            </a:pPr>
            <a:r>
              <a:t>Visual Design - Shapes</a:t>
            </a:r>
          </a:p>
          <a:p>
            <a:pPr>
              <a:defRPr sz="1800"/>
            </a:pPr>
            <a:r>
              <a:t>connectors</a:t>
            </a:r>
          </a:p>
          <a:p>
            <a:pPr>
              <a:defRPr sz="1800"/>
            </a:pPr>
            <a:r>
              <a:t>images</a:t>
            </a:r>
          </a:p>
          <a:p>
            <a:pPr>
              <a:defRPr sz="1800"/>
            </a:pPr>
            <a:r>
              <a:t>Export Capabilities - PDF and High-Res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169" y="1714500"/>
            <a:ext cx="97533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Structure-Driven - Generate decks from JSON</a:t>
            </a:r>
          </a:p>
          <a:p>
            <a:pPr>
              <a:defRPr sz="1800"/>
            </a:pPr>
            <a:r>
              <a:t>Introspection - Inspect content before editing</a:t>
            </a:r>
          </a:p>
          <a:p>
            <a:pPr>
              <a:defRPr sz="1800"/>
            </a:pPr>
            <a:r>
              <a:t>Accessibility - WCAG 2.1 compliance</a:t>
            </a:r>
          </a:p>
          <a:p>
            <a:pPr>
              <a:defRPr sz="1800"/>
            </a:pPr>
            <a:r>
              <a:t>Visual Fidelity - Shapes and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169" y="1714500"/>
            <a:ext cx="97533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1. pip install python-pptx Pillow</a:t>
            </a:r>
          </a:p>
          <a:p>
            <a:r>
              <a:t>2. uv python tools/ppt_create_new.py --output deck.pptx --json</a:t>
            </a:r>
          </a:p>
          <a:p>
            <a:r>
              <a:t>3. uv python tools/ppt_add_slide.py --file deck.pptx --layout 'Title and Content' --json</a:t>
            </a:r>
          </a:p>
          <a:p>
            <a:r>
              <a:t>4. uv python tools/ppt_check_accessibility.py --file deck.pptx --json</a:t>
            </a:r>
          </a:p>
          <a:p/>
          <a:p>
            <a:r>
              <a:t>Result: A valid, accessible presentation created entirely via CLI.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Catalog (42 Tools)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169" y="1920240"/>
          <a:ext cx="9753356" cy="37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118"/>
                <a:gridCol w="3251118"/>
                <a:gridCol w="3251120"/>
              </a:tblGrid>
              <a:tr h="75438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/>
                    <a:lstStyle/>
                    <a:p>
                      <a:r>
                        <a:t>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Create,clone,template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Add,delete,duplicate,reorder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/>
                    <a:lstStyle/>
                    <a:p>
                      <a: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Text,bullets,notes,search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 check,accessibility,export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1714500"/>
            <a:ext cx="97533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Hub-and-Spoke Architecture</a:t>
            </a:r>
          </a:p>
          <a:p/>
          <a:p>
            <a:r>
              <a:t>Core: powerpoint_agent_core.py (4,437 lines)</a:t>
            </a:r>
          </a:p>
          <a:p>
            <a:r>
              <a:t>  - Atomic file locking</a:t>
            </a:r>
          </a:p>
          <a:p>
            <a:r>
              <a:t>  - Geometry-aware versioning</a:t>
            </a:r>
          </a:p>
          <a:p>
            <a:r>
              <a:t>  - OOXML manipulation (opacity, z-order)</a:t>
            </a:r>
          </a:p>
          <a:p>
            <a:r>
              <a:t>  - 14 specialized exceptions</a:t>
            </a:r>
          </a:p>
          <a:p/>
          <a:p>
            <a:r>
              <a:t>Spokes: 42 stateless CLI tools</a:t>
            </a:r>
          </a:p>
          <a:p>
            <a:r>
              <a:t>  - JSON-first I/O</a:t>
            </a:r>
          </a:p>
          <a:p>
            <a:r>
              <a:t>  - Output hygiene (stderr suppressed)</a:t>
            </a:r>
          </a:p>
          <a:p>
            <a:r>
              <a:t>  - Exit codes 0-5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429000"/>
            <a:ext cx="1219169" cy="68580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19169" y="1714500"/>
            <a:ext cx="97533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Python 3.8+ required</a:t>
            </a:r>
          </a:p>
          <a:p>
            <a:pPr>
              <a:defRPr sz="1800"/>
            </a:pPr>
            <a:r>
              <a:t>pip install python-pptx Pillow</a:t>
            </a:r>
          </a:p>
          <a:p>
            <a:pPr>
              <a:defRPr sz="1800"/>
            </a:pPr>
            <a:r>
              <a:t>Clone from GitHub</a:t>
            </a:r>
          </a:p>
          <a:p>
            <a:pPr>
              <a:defRPr sz="1800"/>
            </a:pPr>
            <a:r>
              <a:t>MIT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6309360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PowerPoint Agent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6359" y="6309360"/>
            <a:ext cx="609584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